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78"/>
    <p:restoredTop sz="94684"/>
  </p:normalViewPr>
  <p:slideViewPr>
    <p:cSldViewPr snapToGrid="0" showGuides="1">
      <p:cViewPr>
        <p:scale>
          <a:sx n="95" d="100"/>
          <a:sy n="95" d="100"/>
        </p:scale>
        <p:origin x="1192" y="19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AD2D7-523C-841D-76B5-6F8D03EA0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F5405D-143D-EA87-64EC-A937C84A4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0D181-7902-EA69-15B5-5D6B2CF4A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78096-9BE2-094E-B6F0-18CD2D5D38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08DB8-F60D-8E7A-DA21-0316FAB2F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9B114-5979-5BCE-977B-082C2AAC9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3CAA-103C-D845-B179-F62555564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891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08EEA-609D-EADF-96BB-F9FF79BB2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AE61E-C64B-2A44-D4EF-615E295FF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0AB2E-BAF7-81EB-D142-73A0A27AC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78096-9BE2-094E-B6F0-18CD2D5D38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6CC4B-9B80-AB2C-E2C9-A4D5E0F82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66E81-526F-BCB1-3C8B-1820B476C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3CAA-103C-D845-B179-F62555564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10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17E6D-D557-6F54-4E9E-C9140D31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032B2-3B85-8CC4-B422-6F9F6E755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21A0F-E206-B99F-AD43-A44B80B95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78096-9BE2-094E-B6F0-18CD2D5D38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52024-5615-D015-253D-E7EDD763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A6991-DB9E-D243-1F26-43B2C295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3CAA-103C-D845-B179-F62555564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97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767A-AB26-EAC0-C0CC-2D70DC2F6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DAB25-0A05-ADDA-1C0C-6A103F91E2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08895-42BF-EB34-1663-DE98B04AE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69786-4F29-60DF-64FC-4A5104582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78096-9BE2-094E-B6F0-18CD2D5D38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C914F-33CA-ED46-EB94-003CF0C1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32B24-EA92-4D0A-B7E5-9F441A1B6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3CAA-103C-D845-B179-F62555564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3A44-C2E0-6FD4-5E70-F3CE71158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B2391-3D48-A70B-CCC8-7FA72904D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9E8C5-184C-9311-5C4C-91859A210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F1ACD0-B03D-96C5-6130-9248082BB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3559A-58B5-8E08-AF20-107B30056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8395E1-B42A-553F-0A14-4B45C408C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78096-9BE2-094E-B6F0-18CD2D5D38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EE105-4881-A187-ADD1-6303B83B9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D80C1-F7AB-0864-5B17-A2E092BD1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3CAA-103C-D845-B179-F62555564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041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85894-E672-578C-8A44-D9CBAA64B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182AE8-2FB7-ED9C-CD4C-A1D959218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78096-9BE2-094E-B6F0-18CD2D5D38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CC05E-D8EC-2ADC-5A59-448ABBDAF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82DA0-7D5A-501B-47AC-A7E3DFA78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3CAA-103C-D845-B179-F62555564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134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8FC865-E1F3-44F9-38E2-C2EE6A9B3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78096-9BE2-094E-B6F0-18CD2D5D38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03CEF-DE7D-BFF2-E576-2C3032EFA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BEDEA-2388-B672-5646-998B783B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3CAA-103C-D845-B179-F62555564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7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CA362-9C90-4982-DB43-D1E2F378D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877CD-23D6-1792-74C8-B32ECC557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ED84E-392F-7066-0916-3EBC8CE0C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CC6B9-0E9C-3A76-3C99-865DCB46A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78096-9BE2-094E-B6F0-18CD2D5D38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08D84-ECAA-03F0-EF90-846CA358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D956F-190D-B4D5-2E1A-A46E2FC3E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3CAA-103C-D845-B179-F62555564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40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BCAA-B7F3-C3C3-4F53-FF3D746C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08CA09-E395-D369-0EE1-60A41E6EC5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B0C01-84D3-F9E2-4B22-5294F599C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08D17-5355-4382-C8DB-53750555D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78096-9BE2-094E-B6F0-18CD2D5D38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FF1E6-0614-7B88-B0BE-5F8C55834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26957-2F8C-070C-E21B-C073AB53D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3CAA-103C-D845-B179-F62555564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12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D7F1D-6EE8-C0D0-DF85-82560468E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F3E10-B182-A169-7690-AD9821E70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DD163-CD72-E179-DB8A-2C4A89D7B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78096-9BE2-094E-B6F0-18CD2D5D38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0F3DF-F471-3E73-4F00-6DFCA631A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17FED-8B28-4E3F-FF3B-DB30CED4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3CAA-103C-D845-B179-F62555564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43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6CB821-FE22-AFC3-1286-52156CB5D4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DF8E3-0729-6873-BE65-88C12DCD6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F2C66-5CC3-671D-F9F5-DF74369C6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78096-9BE2-094E-B6F0-18CD2D5D38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64885-6495-44DE-4014-EA5AAA55A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F0972-1C5B-0343-EFDD-9C14F8FD6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83CAA-103C-D845-B179-F62555564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52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353A19-6CFB-9200-ED0D-2A65F0431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C16B8-0E7E-A9B5-F65B-9A46D6273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EF081-02AC-9BC5-42DA-02260693A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B78096-9BE2-094E-B6F0-18CD2D5D3859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8A7ED-9A94-B8E2-0D14-E725F47F8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FDFC0-6E3C-A094-F7CF-099262FA5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F83CAA-103C-D845-B179-F62555564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77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948901D-6C63-62CB-DE9F-E6D358D47574}"/>
              </a:ext>
            </a:extLst>
          </p:cNvPr>
          <p:cNvSpPr/>
          <p:nvPr/>
        </p:nvSpPr>
        <p:spPr>
          <a:xfrm>
            <a:off x="4675414" y="261257"/>
            <a:ext cx="2841171" cy="37011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Peanut_jam_sandwich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82BF5F-A195-E7DA-A895-B94BA062C240}"/>
              </a:ext>
            </a:extLst>
          </p:cNvPr>
          <p:cNvSpPr/>
          <p:nvPr/>
        </p:nvSpPr>
        <p:spPr>
          <a:xfrm>
            <a:off x="2694214" y="1143000"/>
            <a:ext cx="2841171" cy="37011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Peanut_slice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F5F766E-92CB-5AB7-268A-F1FB0DD78B29}"/>
              </a:ext>
            </a:extLst>
          </p:cNvPr>
          <p:cNvSpPr/>
          <p:nvPr/>
        </p:nvSpPr>
        <p:spPr>
          <a:xfrm>
            <a:off x="6656615" y="1143000"/>
            <a:ext cx="2841171" cy="37011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Jam_slice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6563092-F39F-7889-0592-71259541FD77}"/>
              </a:ext>
            </a:extLst>
          </p:cNvPr>
          <p:cNvSpPr/>
          <p:nvPr/>
        </p:nvSpPr>
        <p:spPr>
          <a:xfrm>
            <a:off x="1050471" y="2024743"/>
            <a:ext cx="2841171" cy="37011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peanut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9C27AF4-9058-82F4-6205-29FEB707B36B}"/>
              </a:ext>
            </a:extLst>
          </p:cNvPr>
          <p:cNvSpPr/>
          <p:nvPr/>
        </p:nvSpPr>
        <p:spPr>
          <a:xfrm>
            <a:off x="4675414" y="2024743"/>
            <a:ext cx="2841171" cy="37011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jam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8220F1A-6416-0007-443B-C3286868AD76}"/>
              </a:ext>
            </a:extLst>
          </p:cNvPr>
          <p:cNvSpPr/>
          <p:nvPr/>
        </p:nvSpPr>
        <p:spPr>
          <a:xfrm>
            <a:off x="8300357" y="2024743"/>
            <a:ext cx="2841171" cy="37011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toasted_slice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6A8796E-4BE4-44E3-1092-FF94755D8EDF}"/>
              </a:ext>
            </a:extLst>
          </p:cNvPr>
          <p:cNvSpPr/>
          <p:nvPr/>
        </p:nvSpPr>
        <p:spPr>
          <a:xfrm>
            <a:off x="337457" y="2906486"/>
            <a:ext cx="2841171" cy="37011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peanut_jar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ABEB51A-D9D4-2393-E434-8238EFBD5912}"/>
              </a:ext>
            </a:extLst>
          </p:cNvPr>
          <p:cNvSpPr/>
          <p:nvPr/>
        </p:nvSpPr>
        <p:spPr>
          <a:xfrm>
            <a:off x="3254829" y="2906486"/>
            <a:ext cx="2841171" cy="37011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butter_knife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1BFF11E-1220-C626-0F8B-CCC5E64F5AAB}"/>
              </a:ext>
            </a:extLst>
          </p:cNvPr>
          <p:cNvSpPr/>
          <p:nvPr/>
        </p:nvSpPr>
        <p:spPr>
          <a:xfrm>
            <a:off x="6172201" y="2906486"/>
            <a:ext cx="2841171" cy="37011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jam_jar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936826E-A518-D095-D711-B2F3EE98C49C}"/>
              </a:ext>
            </a:extLst>
          </p:cNvPr>
          <p:cNvSpPr/>
          <p:nvPr/>
        </p:nvSpPr>
        <p:spPr>
          <a:xfrm>
            <a:off x="9089573" y="2906486"/>
            <a:ext cx="2841171" cy="37011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bread_slice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3188B660-0B26-328A-E786-443BE219C17D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4849586" y="-103415"/>
            <a:ext cx="511629" cy="1981200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2EA58708-D2AD-7185-79C1-2259E495D3FC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6830786" y="-103416"/>
            <a:ext cx="511629" cy="1981201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403F1914-A1EB-5DF2-9057-A1147FC7C4FF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3037115" y="947057"/>
            <a:ext cx="511629" cy="1643743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DCED69CF-BA94-9677-1801-553470391FBB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16200000" flipH="1">
            <a:off x="6662057" y="-1034144"/>
            <a:ext cx="511629" cy="5606143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C1B83BD6-8A15-57A9-4AA0-39C9A643ED6D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5400000">
            <a:off x="6830787" y="778328"/>
            <a:ext cx="511629" cy="1981201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45543CB6-B1DC-B799-D9F0-4AE7DDA57E8D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rot="16200000" flipH="1">
            <a:off x="8643258" y="947057"/>
            <a:ext cx="511629" cy="1643742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60F63B24-1674-97FD-3407-70F6F9BC84A0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5400000">
            <a:off x="1858736" y="2294164"/>
            <a:ext cx="511629" cy="713014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0211F91E-3850-0F7F-59B3-28336576991C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16200000" flipH="1">
            <a:off x="3317422" y="1548492"/>
            <a:ext cx="511629" cy="2204358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4B74B1A3-FC17-82B3-5A7E-D3F37D6E1779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rot="16200000" flipH="1">
            <a:off x="6588579" y="1902277"/>
            <a:ext cx="511629" cy="1496787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867E4FDC-5A6C-E1B4-DE46-D1E79E4E09FA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5400000">
            <a:off x="5129894" y="1940379"/>
            <a:ext cx="511629" cy="1420585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50FDE21F-F4FB-7E9C-77DD-EA2E65B3666B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rot="16200000" flipH="1">
            <a:off x="9859737" y="2256063"/>
            <a:ext cx="511629" cy="789216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78DDE10-63BE-B76B-82D0-F1ECAB25895F}"/>
              </a:ext>
            </a:extLst>
          </p:cNvPr>
          <p:cNvSpPr txBox="1"/>
          <p:nvPr/>
        </p:nvSpPr>
        <p:spPr>
          <a:xfrm>
            <a:off x="5255077" y="772886"/>
            <a:ext cx="2541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combine_slices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F81D64-AC80-487E-FBE3-AB26122C73D6}"/>
              </a:ext>
            </a:extLst>
          </p:cNvPr>
          <p:cNvSpPr txBox="1"/>
          <p:nvPr/>
        </p:nvSpPr>
        <p:spPr>
          <a:xfrm>
            <a:off x="4003221" y="1513894"/>
            <a:ext cx="2541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EF2A06-D6C2-7B24-AA56-CDC551FBA003}"/>
              </a:ext>
            </a:extLst>
          </p:cNvPr>
          <p:cNvSpPr txBox="1"/>
          <p:nvPr/>
        </p:nvSpPr>
        <p:spPr>
          <a:xfrm>
            <a:off x="7968342" y="1507347"/>
            <a:ext cx="2541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E54FA6-017E-164A-67D4-B91C1C1BF83E}"/>
              </a:ext>
            </a:extLst>
          </p:cNvPr>
          <p:cNvSpPr txBox="1"/>
          <p:nvPr/>
        </p:nvSpPr>
        <p:spPr>
          <a:xfrm>
            <a:off x="2133598" y="2534840"/>
            <a:ext cx="2541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scoop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94AAE6-4F26-95A5-C21A-1233DE2D7F3E}"/>
              </a:ext>
            </a:extLst>
          </p:cNvPr>
          <p:cNvSpPr txBox="1"/>
          <p:nvPr/>
        </p:nvSpPr>
        <p:spPr>
          <a:xfrm>
            <a:off x="5646963" y="2534840"/>
            <a:ext cx="2541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scoop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23567B-DECA-9FFA-5DF8-78EB014C96DB}"/>
              </a:ext>
            </a:extLst>
          </p:cNvPr>
          <p:cNvSpPr txBox="1"/>
          <p:nvPr/>
        </p:nvSpPr>
        <p:spPr>
          <a:xfrm>
            <a:off x="9312727" y="2551487"/>
            <a:ext cx="2541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toast</a:t>
            </a:r>
          </a:p>
        </p:txBody>
      </p:sp>
    </p:spTree>
    <p:extLst>
      <p:ext uri="{BB962C8B-B14F-4D97-AF65-F5344CB8AC3E}">
        <p14:creationId xmlns:p14="http://schemas.microsoft.com/office/powerpoint/2010/main" val="3564289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Jeremy Hogeveen</dc:creator>
  <cp:lastModifiedBy>Jeremy Hogeveen</cp:lastModifiedBy>
  <cp:revision>3</cp:revision>
  <dcterms:created xsi:type="dcterms:W3CDTF">2026-01-16T22:22:23Z</dcterms:created>
  <dcterms:modified xsi:type="dcterms:W3CDTF">2026-01-16T22:30:04Z</dcterms:modified>
</cp:coreProperties>
</file>
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02" d="100"/>
          <a:sy n="102" d="100"/>
        </p:scale>
        <p:origin x="192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3B6B-CFC1-1759-8D57-6DB81F2A5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52B83-2008-FC59-5588-D3AB15351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D9794-F3A8-6DC9-FBA8-D292BB220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22EB8-DC60-55A5-9041-B8458BFA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B87A-16F0-1FF7-062C-5FF5BAE4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42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A5CB-2153-5C04-491E-286F20DC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956D-4A56-EDC2-AB94-561BCF1C0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38586-5E3E-C6B5-CCFE-AF8F1446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713D1-84EA-E551-231A-0292D40A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DB39F-C11B-AFA8-D4AB-82EFAE5D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0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1A53-8580-2B6E-D72C-504DA373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FB6A6-EABA-892A-E75F-C488F845B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D7EF4-5AE5-BFFD-B1B0-30FB9EB4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BF3C4-75DC-3241-2151-EA385EED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2A816-BD79-C963-960C-7230F694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5933-21EF-29A7-C1D5-05FD9158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89AD-DC10-D921-1793-616B6AF09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B7961-2122-683A-EA36-981B2C916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3FD1B-D1AD-92D7-4344-6588EC34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F83B6-888C-9307-7643-7D3A81AB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B1FF4-65A2-7EED-9E7A-A281D0D5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09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DF65-EDAD-F3C8-BFD0-0F74F8B2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CEB28-F36C-0561-9F3E-F08BAEE95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555DE-227B-1E28-3DE6-B720E7DCC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797FD-18C4-A887-0DB0-32BFE8BFF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48EEFA-D8C8-2C9E-2998-DC40760DE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614AB-1982-2B42-5A8A-B6A16181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B7D06-B66A-9EF7-FF4A-83E4AEC1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BDA33-4039-CB94-DA4B-ADB44BA0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0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101A-FC5E-193F-759E-37D1DA2D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75FB2-AF77-554A-6704-F5846A1E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B74D6-4485-F3FD-1DDB-194CC380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09F10-9B09-6C60-9874-E14A4BFF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0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9F1C8D-23B1-E1BA-ECFB-D7D1191A8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EF753-4F2D-8121-1D64-B8D020E2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94666-EA8A-D304-1B6A-89416FEF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6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480B-785B-0BCC-F34B-8CE93A7D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2AC18-6474-318B-3694-FDD614235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C78BE-394E-2B8C-CFB7-E94B11E10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887DF-ABF6-7ED4-0C3F-B8B55C01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1C1F7-B9A9-C249-A37C-48822571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B5297-22B1-47FC-0DF3-D06E4A9B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9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899B-B701-EE37-CD2B-965767E7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84EF2-402C-3853-B62A-486D19FE1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66DB1-0A94-9C08-55F3-67A489FEE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6AE2B-450E-5BD0-3F29-20E2031D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3DE49-9DC7-1EA4-4E12-58C3AE96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09094-8FB3-5645-6427-AC8E843F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8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20E9-868E-3852-FFAC-227485CD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8D721-8A75-2977-9AF7-0983263E9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BBCA1-5819-67D3-97EA-6FC0C944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C4A7-BE00-0317-F6D1-634249D1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9A27C-7D84-F2E8-275B-CB7D9042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9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F4484-8D91-DFBC-D35D-836C309C7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82DEB-DDEB-C732-594E-E01D72400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9F7B-608F-922F-82E7-76D95CF0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6EC73-A925-A3D2-6487-629F5651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68949-9800-C170-BBD7-E656F0CD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C483D-C78F-D6EE-A198-8E54B2186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F9D1B-9243-CABE-1652-E28DD54E6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7D670-6304-0CCC-1236-B0744DD38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26DD3-41AF-574A-8929-82AE8A5CEF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E2097-6FAA-1E81-5ACF-0FC8B54BD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BA39-E21E-BC1B-E6E6-0D388E460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A0DD3-647F-4C49-8784-469BA5DF4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4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F89B9D-ABAD-E6E2-A4FB-CD6A797E2BC4}"/>
              </a:ext>
            </a:extLst>
          </p:cNvPr>
          <p:cNvSpPr/>
          <p:nvPr/>
        </p:nvSpPr>
        <p:spPr>
          <a:xfrm>
            <a:off x="2934893" y="696686"/>
            <a:ext cx="6322214" cy="49901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Your Computer (Mac, Windows, or Linux)</a:t>
            </a:r>
          </a:p>
          <a:p>
            <a:pPr algn="just"/>
            <a:endParaRPr lang="en-US" sz="1600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Controller (Terminal / Git Bash / Anacona Prompt)</a:t>
            </a:r>
          </a:p>
          <a:p>
            <a:pPr lvl="1" algn="just"/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[ $_ Type commands here to build the workspace… ]</a:t>
            </a:r>
          </a:p>
          <a:p>
            <a:pPr lvl="1" algn="just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15D16-4E9B-D477-B1B9-99FEA70886F3}"/>
              </a:ext>
            </a:extLst>
          </p:cNvPr>
          <p:cNvSpPr/>
          <p:nvPr/>
        </p:nvSpPr>
        <p:spPr>
          <a:xfrm>
            <a:off x="3382027" y="1916483"/>
            <a:ext cx="5448822" cy="35448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1113" lvl="1" algn="just"/>
            <a:r>
              <a:rPr lang="en-US" sz="1600" dirty="0">
                <a:solidFill>
                  <a:schemeClr val="tx1"/>
                </a:solidFill>
              </a:rPr>
              <a:t>ANACONDA WORKSPACE (Your DSPN Class Environment)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EFB3A-1B1B-FFAE-C143-097DC93ACB77}"/>
              </a:ext>
            </a:extLst>
          </p:cNvPr>
          <p:cNvSpPr/>
          <p:nvPr/>
        </p:nvSpPr>
        <p:spPr>
          <a:xfrm>
            <a:off x="4033381" y="2621070"/>
            <a:ext cx="1828800" cy="12651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Python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(Programming Tool #1)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8CDCF-D82E-20A5-1DF9-DFF94A33C974}"/>
              </a:ext>
            </a:extLst>
          </p:cNvPr>
          <p:cNvSpPr/>
          <p:nvPr/>
        </p:nvSpPr>
        <p:spPr>
          <a:xfrm>
            <a:off x="6354873" y="2621070"/>
            <a:ext cx="1828800" cy="12651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(Programming Tool #2)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B86E1E-422E-0498-2CFD-BF6D1840E815}"/>
              </a:ext>
            </a:extLst>
          </p:cNvPr>
          <p:cNvSpPr/>
          <p:nvPr/>
        </p:nvSpPr>
        <p:spPr>
          <a:xfrm>
            <a:off x="4033380" y="4233797"/>
            <a:ext cx="4150292" cy="7640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solidFill>
                  <a:schemeClr val="tx1"/>
                </a:solidFill>
              </a:rPr>
              <a:t>JupyterLab</a:t>
            </a:r>
            <a:endParaRPr lang="en-US" b="1" i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(You type code here to use tools)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5F5A30-0565-4921-4B5E-AB2BADAE234A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897677" y="3886199"/>
            <a:ext cx="0" cy="347598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AA9139-45F0-AD59-A81B-497AAEC99DD9}"/>
              </a:ext>
            </a:extLst>
          </p:cNvPr>
          <p:cNvCxnSpPr>
            <a:cxnSpLocks/>
          </p:cNvCxnSpPr>
          <p:nvPr/>
        </p:nvCxnSpPr>
        <p:spPr>
          <a:xfrm flipV="1">
            <a:off x="7279710" y="3886199"/>
            <a:ext cx="0" cy="347598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201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64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Hogeveen</dc:creator>
  <cp:lastModifiedBy>Jeremy Hogeveen</cp:lastModifiedBy>
  <cp:revision>1</cp:revision>
  <dcterms:created xsi:type="dcterms:W3CDTF">2026-01-16T19:27:49Z</dcterms:created>
  <dcterms:modified xsi:type="dcterms:W3CDTF">2026-01-16T19:54:20Z</dcterms:modified>
</cp:coreProperties>
</file>